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Kobold Metals - AI-Driven Mineral Exploration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Redefining Critical Mineral Discovery with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🤖 Technology Core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Machine Learning + Big Data driven exploration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Integrating geology, geochemistry, geophysics, and remote sensing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Predicting mineralization zones, improving success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💰 Investment Backing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Bill Gates' Breakthrough Energy Ventures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Top Silicon Valley VCs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Valuation: $1B+ (Unicorn status)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5FA"/>
                </a:solidFill>
              </a:defRPr>
            </a:pPr>
            <a:r>
              <a:t>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Silicon Valley AI team + Geology experts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51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5FA"/>
                </a:solidFill>
              </a:defRPr>
            </a:pPr>
            <a:r>
              <a:t>2022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Mingomba Copper Discovery, Zambia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AI prediction validated • World-class copper deposit • BREAKTHROUGH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651760"/>
            <a:ext cx="73152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5FA"/>
                </a:solidFill>
              </a:defRPr>
            </a:pPr>
            <a:r>
              <a:t>2026 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931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DRC Lithium Project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World's largest lithium exploration • Critical battery metals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⚡ Strategic Mission: Powering the global energy transition with critical minerals (Li/Cu/Co/Ni)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